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开场：用自己的经历带入，但不要讲成技术课。重点说：AI 的价值不是替人聊天，而是把人的想法变成流程、页面、表格、系统。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F7A5A"/>
          </a:solidFill>
          <a:ln w="12700">
            <a:solidFill>
              <a:srgbClr val="0F7A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28016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不只是聊天工具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13232" y="221284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DE7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从普通员工到 AI 工作流搭建者：用 Codex 把想法变成可运行的工具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13232" y="53766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D3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广州栗子谷孵化器有限公司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13232" y="568756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内部分享 / 2026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412480" y="941832"/>
            <a:ext cx="2606040" cy="4389120"/>
          </a:xfrm>
          <a:prstGeom prst="roundRect">
            <a:avLst>
              <a:gd name="adj" fmla="val 2807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32520" y="1325880"/>
            <a:ext cx="196596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今天不讲概念堆砌，只讲三件事：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732520" y="1920240"/>
            <a:ext cx="109728" cy="109728"/>
          </a:xfrm>
          <a:prstGeom prst="ellipse">
            <a:avLst/>
          </a:prstGeom>
          <a:solidFill>
            <a:srgbClr val="0F7A5A"/>
          </a:solidFill>
          <a:ln w="12700">
            <a:solidFill>
              <a:srgbClr val="0F7A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42832" y="1847088"/>
            <a:ext cx="1618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它到底强在哪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732520" y="2578608"/>
            <a:ext cx="109728" cy="109728"/>
          </a:xfrm>
          <a:prstGeom prst="ellipse">
            <a:avLst/>
          </a:prstGeom>
          <a:solidFill>
            <a:srgbClr val="0F7A5A"/>
          </a:solidFill>
          <a:ln w="12700">
            <a:solidFill>
              <a:srgbClr val="0F7A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42832" y="2505456"/>
            <a:ext cx="1618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各岗位能怎么用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732520" y="3236976"/>
            <a:ext cx="109728" cy="109728"/>
          </a:xfrm>
          <a:prstGeom prst="ellipse">
            <a:avLst/>
          </a:prstGeom>
          <a:solidFill>
            <a:srgbClr val="0F7A5A"/>
          </a:solidFill>
          <a:ln w="12700">
            <a:solidFill>
              <a:srgbClr val="0F7A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42832" y="3163824"/>
            <a:ext cx="1618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如何从 0 到 1 落地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/ Codex 内部分享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这次分享的核心观点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46304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627632"/>
            <a:ext cx="3054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过去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" y="1892808"/>
            <a:ext cx="3054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问答工具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850392" y="2295144"/>
            <a:ext cx="3054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一次性回答，结果靠复制粘贴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434840" y="146304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9432" y="1627632"/>
            <a:ext cx="3054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99432" y="1892808"/>
            <a:ext cx="3054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工作伙伴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4599432" y="2295144"/>
            <a:ext cx="3054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能读文件、写代码、改页面、做 PPT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183880" y="146304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48472" y="1627632"/>
            <a:ext cx="3054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348472" y="1892808"/>
            <a:ext cx="3054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F7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组织能力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8348472" y="2295144"/>
            <a:ext cx="3054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把经验沉淀成自动化流程和内部系统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960120" y="3730752"/>
            <a:ext cx="1005840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真正的变化不是“多一个软件”，而是每个人都能用自然语言调动数字化能力。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1828800" y="464515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39112" y="4572000"/>
            <a:ext cx="8202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不会写代码，也可以先描述需求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828800" y="510235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39112" y="5029200"/>
            <a:ext cx="8202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没有专业设计，也可以生成可视化页面和汇报材料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828800" y="555955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39112" y="5486400"/>
            <a:ext cx="8202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不是替代岗位，而是让岗位的人更快完成复杂工作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/ Codex 内部分享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从一次 AI 课程，到真正动手搭系统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600200"/>
            <a:ext cx="2423160" cy="329184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8408" y="1874520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2011680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78408" y="2542032"/>
            <a:ext cx="196596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学习入门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78408" y="3035808"/>
            <a:ext cx="1938528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大模型、智能体、扣子等平台，让我们先理解“能对话、能生成”。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11880" y="1600200"/>
            <a:ext cx="2423160" cy="329184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13048" y="1874520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13048" y="2011680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13048" y="2542032"/>
            <a:ext cx="196596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遇到瓶颈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813048" y="3035808"/>
            <a:ext cx="1938528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单页 HTML、数据库、云端部署、权限和数据结构开始出现。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46520" y="1600200"/>
            <a:ext cx="2423160" cy="329184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47688" y="1874520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0F7A5A"/>
          </a:solidFill>
          <a:ln w="12700">
            <a:solidFill>
              <a:srgbClr val="0F7A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47688" y="2011680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47688" y="2542032"/>
            <a:ext cx="196596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 Codex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647688" y="3035808"/>
            <a:ext cx="1938528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不只是回答问题，而是能在本地工作区持续改文件、做验证、产出交付物。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281160" y="1600200"/>
            <a:ext cx="2423160" cy="329184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482328" y="1874520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82328" y="2011680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482328" y="2542032"/>
            <a:ext cx="196596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形成判断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482328" y="3035808"/>
            <a:ext cx="1938528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未来核心能力不是会不会用某个按钮，而是会不会把业务问题拆成 AI 可执行的任务。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005840" y="5486400"/>
            <a:ext cx="978408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分享重点：不是教大家复刻我的注册过程，而是把这段经历转化成可复制的工作方法。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/ Codex 内部分享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Codex 可以被理解成：会动手的 AI 同事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417320"/>
            <a:ext cx="480060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737360"/>
            <a:ext cx="36576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传统聊天式大模型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05840" y="2404872"/>
            <a:ext cx="109728" cy="109728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16152" y="2331720"/>
            <a:ext cx="3904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回答问题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05840" y="2907792"/>
            <a:ext cx="109728" cy="109728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16152" y="2834640"/>
            <a:ext cx="3904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写一段文案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005840" y="3410712"/>
            <a:ext cx="109728" cy="109728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16152" y="3337560"/>
            <a:ext cx="3904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给一个方案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005840" y="3913632"/>
            <a:ext cx="109728" cy="109728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16152" y="3840480"/>
            <a:ext cx="3904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需要人手动复制、整理、验证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0" y="1417320"/>
            <a:ext cx="480060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0" y="1737360"/>
            <a:ext cx="393192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7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Codex / Cloud Code 类工具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995160" y="2404872"/>
            <a:ext cx="109728" cy="109728"/>
          </a:xfrm>
          <a:prstGeom prst="ellipse">
            <a:avLst/>
          </a:prstGeom>
          <a:solidFill>
            <a:srgbClr val="0F7A5A"/>
          </a:solidFill>
          <a:ln w="12700">
            <a:solidFill>
              <a:srgbClr val="0F7A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05472" y="2331720"/>
            <a:ext cx="3813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读懂项目文件和上下文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995160" y="2907792"/>
            <a:ext cx="109728" cy="109728"/>
          </a:xfrm>
          <a:prstGeom prst="ellipse">
            <a:avLst/>
          </a:prstGeom>
          <a:solidFill>
            <a:srgbClr val="0F7A5A"/>
          </a:solidFill>
          <a:ln w="12700">
            <a:solidFill>
              <a:srgbClr val="0F7A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05472" y="2834640"/>
            <a:ext cx="3813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直接生成 PPT、网页、脚本、表格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995160" y="3410712"/>
            <a:ext cx="109728" cy="109728"/>
          </a:xfrm>
          <a:prstGeom prst="ellipse">
            <a:avLst/>
          </a:prstGeom>
          <a:solidFill>
            <a:srgbClr val="0F7A5A"/>
          </a:solidFill>
          <a:ln w="12700">
            <a:solidFill>
              <a:srgbClr val="0F7A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05472" y="3337560"/>
            <a:ext cx="3813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运行命令、检查结果、继续修改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995160" y="3913632"/>
            <a:ext cx="109728" cy="109728"/>
          </a:xfrm>
          <a:prstGeom prst="ellipse">
            <a:avLst/>
          </a:prstGeom>
          <a:solidFill>
            <a:srgbClr val="0F7A5A"/>
          </a:solidFill>
          <a:ln w="12700">
            <a:solidFill>
              <a:srgbClr val="0F7A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05472" y="3840480"/>
            <a:ext cx="3813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把自然语言变成可交付成果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669280" y="2971800"/>
            <a:ext cx="713232" cy="502920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11680" y="5897880"/>
            <a:ext cx="813816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关键差别：从“给答案”升级为“完成任务”。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/ Codex 内部分享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它强大的地方，不在单点能力，而在组合能力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50876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737360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1874520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691640" y="1828800"/>
            <a:ext cx="201168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文案、方案、制度、邮件、脚本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691640" y="2331720"/>
            <a:ext cx="196596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不是单独使用，而是串成完整工作流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150876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73168" y="1737360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0F7A5A"/>
          </a:solidFill>
          <a:ln w="12700">
            <a:solidFill>
              <a:srgbClr val="0F7A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3168" y="1874520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40680" y="1828800"/>
            <a:ext cx="201168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资料、表格、代码、网页、会议纪要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40680" y="2331720"/>
            <a:ext cx="196596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不是单独使用，而是串成完整工作流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321040" y="150876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22208" y="1737360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22208" y="1874520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189720" y="1828800"/>
            <a:ext cx="201168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数据清洗、指标口径、预算测算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89720" y="2331720"/>
            <a:ext cx="196596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不是单独使用，而是串成完整工作流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22960" y="338328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24128" y="3611880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4128" y="3749040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691640" y="3703320"/>
            <a:ext cx="201168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PPT、网页、Dashboard、自动化工具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691640" y="4206240"/>
            <a:ext cx="196596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不是单独使用，而是串成完整工作流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0" y="338328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73168" y="3611880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73168" y="3749040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40680" y="3703320"/>
            <a:ext cx="201168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官方资料、公开信息、内部文档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40680" y="4206240"/>
            <a:ext cx="196596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不是单独使用，而是串成完整工作流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321040" y="338328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522208" y="3611880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22208" y="3749040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189720" y="3703320"/>
            <a:ext cx="201168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运行、截图、测试、修正错误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189720" y="4206240"/>
            <a:ext cx="196596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不是单独使用，而是串成完整工作流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874520" y="5852160"/>
            <a:ext cx="841248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一个人说清楚目标，AI 负责把中间大量机械动作做完。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/ Codex 内部分享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不同岗位可以怎么用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444752"/>
            <a:ext cx="51663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33272" y="1700784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3272" y="1837944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709928" y="1737360"/>
            <a:ext cx="18288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709928" y="2231136"/>
            <a:ext cx="3794760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行业扫描、项目初筛、竞品对比、尽调问题清单、投资备忘录初稿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1444752"/>
            <a:ext cx="51663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19672" y="1700784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0F7A5A"/>
          </a:solidFill>
          <a:ln w="12700">
            <a:solidFill>
              <a:srgbClr val="0F7A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19672" y="1837944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96328" y="1737360"/>
            <a:ext cx="18288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196328" y="2231136"/>
            <a:ext cx="3794760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 JD、简历初筛维度、面试题库、培训课件、制度问答助手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3886200"/>
            <a:ext cx="51663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33272" y="4142232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33272" y="4279392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09928" y="4178808"/>
            <a:ext cx="18288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709928" y="4672584"/>
            <a:ext cx="3794760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费用归集、预算执行分析、报销规则解释、经营看板、异常波动说明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63640" y="3886200"/>
            <a:ext cx="51663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19672" y="4142232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9672" y="4279392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196328" y="4178808"/>
            <a:ext cx="18288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招商 / 运营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196328" y="4672584"/>
            <a:ext cx="3794760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客户画像、空间产品包、渠道话术、市场信号追踪、租赁测算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/ Codex 内部分享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一个完整 AI 工作流长什么样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01168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2267712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404872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17320" y="2240280"/>
            <a:ext cx="91440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业务问题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41248" y="2834640"/>
            <a:ext cx="150876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我要解决什么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2578608" y="2688336"/>
            <a:ext cx="3200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926080" y="201168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90672" y="2267712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0F7A5A"/>
          </a:solidFill>
          <a:ln w="12700">
            <a:solidFill>
              <a:srgbClr val="0F7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90672" y="2404872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03320" y="2240280"/>
            <a:ext cx="91440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资料输入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127248" y="2834640"/>
            <a:ext cx="150876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 / 表格 / 网页 / 经验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4864608" y="2688336"/>
            <a:ext cx="3200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212080" y="201168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76672" y="2267712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76672" y="2404872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89320" y="2240280"/>
            <a:ext cx="91440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处理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13248" y="2834640"/>
            <a:ext cx="150876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整理 / 分析 / 生成 / 编码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7150608" y="2688336"/>
            <a:ext cx="3200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498080" y="201168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62672" y="2267712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62672" y="2404872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275320" y="2240280"/>
            <a:ext cx="91440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人工判断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699248" y="2834640"/>
            <a:ext cx="150876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事实、口径、风险、风格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9436608" y="2688336"/>
            <a:ext cx="3200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784080" y="201168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48672" y="2267712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948672" y="2404872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561320" y="2240280"/>
            <a:ext cx="91440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交付输出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9985248" y="2834640"/>
            <a:ext cx="150876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 / 表格 / 页面 / 流程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960120" y="4617720"/>
            <a:ext cx="10241280" cy="73152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234440" y="4828032"/>
            <a:ext cx="9646920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53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最重要的不是会提问，而是会把工作拆成：输入是什么、规则是什么、输出长什么样、怎么验证。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/ Codex 内部分享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现场案例：AI 生成一个业务分析界面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pic>
        <p:nvPicPr>
          <p:cNvPr id="6" name="Image 0" descr="C:\Users\admin\Documents\Codex\2026-05-23\new-chat\outputs\ai-codex-share\assets\dashboard-dem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353312"/>
            <a:ext cx="10835640" cy="47091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4128" y="6172200"/>
            <a:ext cx="9875520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这个页面不是设计师手工画图，而是把业务需求描述给 AI 后生成的 HTML / 可视化原型。</a:t>
            </a:r>
            <a:endParaRPr lang="en-US" sz="11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/ Codex 内部分享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投资、人力、财务也可以做自己的“业务小系统”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600200"/>
            <a:ext cx="3246120" cy="34747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1874520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011680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2542032"/>
            <a:ext cx="242316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投资项目驾驶舱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05840" y="3072384"/>
            <a:ext cx="265176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项目来源、阶段、估值、风险点、尽调问题、投后跟踪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05840" y="4343400"/>
            <a:ext cx="960120" cy="310896"/>
          </a:xfrm>
          <a:prstGeom prst="roundRect">
            <a:avLst>
              <a:gd name="adj" fmla="val 1764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4398264"/>
            <a:ext cx="813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先做原型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103120" y="4343400"/>
            <a:ext cx="960120" cy="310896"/>
          </a:xfrm>
          <a:prstGeom prst="roundRect">
            <a:avLst>
              <a:gd name="adj" fmla="val 17647"/>
            </a:avLst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76272" y="4398264"/>
            <a:ext cx="813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再接数据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0" y="1600200"/>
            <a:ext cx="3246120" cy="34747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0600" y="1874520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0F7A5A"/>
          </a:solidFill>
          <a:ln w="12700">
            <a:solidFill>
              <a:srgbClr val="0F7A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011680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00600" y="2542032"/>
            <a:ext cx="242316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人力招聘助手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800600" y="3072384"/>
            <a:ext cx="265176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岗位需求、简历标签、面试记录、候选人对比、入职清单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00600" y="4343400"/>
            <a:ext cx="960120" cy="310896"/>
          </a:xfrm>
          <a:prstGeom prst="roundRect">
            <a:avLst>
              <a:gd name="adj" fmla="val 17647"/>
            </a:avLst>
          </a:prstGeom>
          <a:solidFill>
            <a:srgbClr val="0F7A5A"/>
          </a:solidFill>
          <a:ln w="12700">
            <a:solidFill>
              <a:srgbClr val="0F7A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73752" y="4398264"/>
            <a:ext cx="813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先做原型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897880" y="4343400"/>
            <a:ext cx="960120" cy="310896"/>
          </a:xfrm>
          <a:prstGeom prst="roundRect">
            <a:avLst>
              <a:gd name="adj" fmla="val 17647"/>
            </a:avLst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71032" y="4398264"/>
            <a:ext cx="813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再接数据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8366760" y="1600200"/>
            <a:ext cx="3246120" cy="34747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95360" y="1874520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95360" y="2011680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595360" y="2542032"/>
            <a:ext cx="242316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财务经营看板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8595360" y="3072384"/>
            <a:ext cx="265176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预算、收入、成本、现金流、报销异常、月度解释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595360" y="4343400"/>
            <a:ext cx="960120" cy="310896"/>
          </a:xfrm>
          <a:prstGeom prst="roundRect">
            <a:avLst>
              <a:gd name="adj" fmla="val 1764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68512" y="4398264"/>
            <a:ext cx="813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先做原型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9692640" y="4343400"/>
            <a:ext cx="960120" cy="310896"/>
          </a:xfrm>
          <a:prstGeom prst="roundRect">
            <a:avLst>
              <a:gd name="adj" fmla="val 17647"/>
            </a:avLst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765792" y="4398264"/>
            <a:ext cx="813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再接数据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508760" y="5806440"/>
            <a:ext cx="91440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先用 AI 做“能看见的原型”，再决定是否投入开发、接数据库、固化流程。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/ Codex 内部分享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和扣子等平台相比，Codex 的优势与边界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417320"/>
            <a:ext cx="525780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737360"/>
            <a:ext cx="128016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7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097280" y="2313432"/>
            <a:ext cx="109728" cy="109728"/>
          </a:xfrm>
          <a:prstGeom prst="ellipse">
            <a:avLst/>
          </a:prstGeom>
          <a:solidFill>
            <a:srgbClr val="0F7A5A"/>
          </a:solidFill>
          <a:ln w="12700">
            <a:solidFill>
              <a:srgbClr val="0F7A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07592" y="2240280"/>
            <a:ext cx="4270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更适合复杂交付：PPT、网页、脚本、数据处理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97280" y="2816352"/>
            <a:ext cx="109728" cy="109728"/>
          </a:xfrm>
          <a:prstGeom prst="ellipse">
            <a:avLst/>
          </a:prstGeom>
          <a:solidFill>
            <a:srgbClr val="0F7A5A"/>
          </a:solidFill>
          <a:ln w="12700">
            <a:solidFill>
              <a:srgbClr val="0F7A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07592" y="2743200"/>
            <a:ext cx="4270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能持续读写文件，反复修改和验证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097280" y="3319272"/>
            <a:ext cx="109728" cy="109728"/>
          </a:xfrm>
          <a:prstGeom prst="ellipse">
            <a:avLst/>
          </a:prstGeom>
          <a:solidFill>
            <a:srgbClr val="0F7A5A"/>
          </a:solidFill>
          <a:ln w="12700">
            <a:solidFill>
              <a:srgbClr val="0F7A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07592" y="3246120"/>
            <a:ext cx="4270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适合把“想法”推进到“可运行成果”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097280" y="3822192"/>
            <a:ext cx="109728" cy="109728"/>
          </a:xfrm>
          <a:prstGeom prst="ellipse">
            <a:avLst/>
          </a:prstGeom>
          <a:solidFill>
            <a:srgbClr val="0F7A5A"/>
          </a:solidFill>
          <a:ln w="12700">
            <a:solidFill>
              <a:srgbClr val="0F7A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07592" y="3749040"/>
            <a:ext cx="4270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对搭建内部工具、自动化流程更友好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55080" y="1417320"/>
            <a:ext cx="507492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1737360"/>
            <a:ext cx="128016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675120" y="2313432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85432" y="2240280"/>
            <a:ext cx="4041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不是所有信息都天然准确，关键事实必须核验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675120" y="2816352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85432" y="2743200"/>
            <a:ext cx="4041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涉及隐私、财务、合同数据要有权限和脱敏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675120" y="3319272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85432" y="3246120"/>
            <a:ext cx="4041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不是替代业务判断，而是提高整理、分析和制作效率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675120" y="3822192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85432" y="3749040"/>
            <a:ext cx="4041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工具会更新，具体功能和价格不要写死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/ Codex 内部分享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0 到 1 上手：普通同事也能开始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17320"/>
            <a:ext cx="100126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61872" y="1673352"/>
            <a:ext cx="749808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35024" y="1728216"/>
            <a:ext cx="603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层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267712" y="1664208"/>
            <a:ext cx="201168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AI 帮你整理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343400" y="1664208"/>
            <a:ext cx="585216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会议纪要、制度解释、资料摘要、邮件初稿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051560" y="2532888"/>
            <a:ext cx="100126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61872" y="2788920"/>
            <a:ext cx="749808" cy="310896"/>
          </a:xfrm>
          <a:prstGeom prst="roundRect">
            <a:avLst>
              <a:gd name="adj" fmla="val 17647"/>
            </a:avLst>
          </a:prstGeom>
          <a:solidFill>
            <a:srgbClr val="0F7A5A"/>
          </a:solidFill>
          <a:ln w="12700">
            <a:solidFill>
              <a:srgbClr val="0F7A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35024" y="2843784"/>
            <a:ext cx="603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层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267712" y="2779776"/>
            <a:ext cx="201168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AI 帮你制作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343400" y="2779776"/>
            <a:ext cx="585216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PPT、Excel 模板、海报文案、页面原型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051560" y="3648456"/>
            <a:ext cx="100126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61872" y="3904488"/>
            <a:ext cx="749808" cy="310896"/>
          </a:xfrm>
          <a:prstGeom prst="roundRect">
            <a:avLst>
              <a:gd name="adj" fmla="val 1764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35024" y="3959352"/>
            <a:ext cx="603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层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67712" y="3895344"/>
            <a:ext cx="201168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AI 帮你分析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343400" y="3895344"/>
            <a:ext cx="585216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数据清洗、异常解释、项目对比、客户评分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051560" y="4764024"/>
            <a:ext cx="100126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61872" y="5020056"/>
            <a:ext cx="749808" cy="310896"/>
          </a:xfrm>
          <a:prstGeom prst="roundRect">
            <a:avLst>
              <a:gd name="adj" fmla="val 1764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35024" y="5074920"/>
            <a:ext cx="603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 层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267712" y="5010912"/>
            <a:ext cx="201168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AI 帮你搭流程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4343400" y="5010912"/>
            <a:ext cx="585216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自动生成周报、线索库、看板、内部助手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691640" y="6144768"/>
            <a:ext cx="882396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建议从“每天重复 3 次以上、每次超过 20 分钟”的工作开始改造。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/ Codex 内部分享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一个好提示词，其实就是一份任务单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463040"/>
            <a:ext cx="10652760" cy="4370832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847088"/>
            <a:ext cx="9921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7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角色：你是公司内部经营分析助手。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43000" y="2377440"/>
            <a:ext cx="9921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目标：把这份客户/项目/费用资料整理成一页汇报。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43000" y="2907792"/>
            <a:ext cx="9921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输入：我会提供表格、截图、会议纪要或网页链接。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43000" y="3438144"/>
            <a:ext cx="9921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规则：不要编造数据；不确定的地方标注“需核实”。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143000" y="3968496"/>
            <a:ext cx="9921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输出：请给我 PPT 页结构、核心结论、图表建议和下一步行动。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43000" y="4498848"/>
            <a:ext cx="9921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验证：检查数字口径是否一致，并列出你需要我补充的资料。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97280" y="6080760"/>
            <a:ext cx="987552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不要只问“帮我做一个 PPT”，要给 AI 明确的角色、目标、输入、规则、输出和验证方式。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/ Codex 内部分享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公司内部落地路线图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92808" y="2084832"/>
            <a:ext cx="15087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68680" y="1737360"/>
            <a:ext cx="685800" cy="6858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947672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2697480"/>
            <a:ext cx="20116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周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68680" y="3154680"/>
            <a:ext cx="20116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 3 个真实场景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3593592"/>
            <a:ext cx="201168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投资项目摘要、人力招聘 JD、财务费用说明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81728" y="2084832"/>
            <a:ext cx="15087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657600" y="1737360"/>
            <a:ext cx="685800" cy="685800"/>
          </a:xfrm>
          <a:prstGeom prst="ellipse">
            <a:avLst/>
          </a:prstGeom>
          <a:solidFill>
            <a:srgbClr val="0F7A5A"/>
          </a:solidFill>
          <a:ln w="12700">
            <a:solidFill>
              <a:srgbClr val="0F7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1947672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0" y="2697480"/>
            <a:ext cx="20116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2-3 周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657600" y="3154680"/>
            <a:ext cx="20116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做可视化原型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0" y="3593592"/>
            <a:ext cx="201168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HTML / 表格 / PPT 先让大家看见效果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470648" y="2084832"/>
            <a:ext cx="15087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446520" y="1737360"/>
            <a:ext cx="685800" cy="6858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1947672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46520" y="2697480"/>
            <a:ext cx="20116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1-2 月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446520" y="3154680"/>
            <a:ext cx="20116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接入稳定数据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46520" y="3593592"/>
            <a:ext cx="201168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统一字段、权限、模板、人工复核流程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0259568" y="2084832"/>
            <a:ext cx="1508760" cy="0"/>
          </a:xfrm>
          <a:prstGeom prst="line">
            <a:avLst/>
          </a:prstGeom>
          <a:noFill/>
          <a:ln w="25400">
            <a:solidFill>
              <a:srgbClr val="F8FAFC"/>
            </a:solidFill>
            <a:prstDash val="solid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9235440" y="1737360"/>
            <a:ext cx="685800" cy="6858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35440" y="1947672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235440" y="2697480"/>
            <a:ext cx="20116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235440" y="3154680"/>
            <a:ext cx="20116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沉淀公司知识库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235440" y="3593592"/>
            <a:ext cx="201168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把经验、制度、案例变成可查询可复用资产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005840" y="5349240"/>
            <a:ext cx="10058400" cy="566928"/>
          </a:xfrm>
          <a:prstGeom prst="roundRect">
            <a:avLst>
              <a:gd name="adj" fmla="val 1290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25880" y="5532120"/>
            <a:ext cx="932688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原则：先用小场景证明价值，再谈系统化；先有人复核，再谈自动化。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/ Codex 内部分享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必须讲清楚的风险边界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572768"/>
            <a:ext cx="50749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8136" y="1892808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8136" y="2029968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!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737360" y="1892808"/>
            <a:ext cx="164592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数据安全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737360" y="2350008"/>
            <a:ext cx="370332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客户、员工、财务、合同资料必须按权限处理，必要时脱敏。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1572768"/>
            <a:ext cx="50749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37376" y="1892808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37376" y="2029968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!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086600" y="1892808"/>
            <a:ext cx="164592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事实核验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86600" y="2350008"/>
            <a:ext cx="370332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可能出错，公开数据、政策口径、价格信息必须二次确认。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68680" y="3794760"/>
            <a:ext cx="50749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88136" y="4114800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88136" y="4251960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!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37360" y="4114800"/>
            <a:ext cx="164592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合规使用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737360" y="4572000"/>
            <a:ext cx="370332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不要让 AI 代替最终审批、法律判断、财务签批或人事决定。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17920" y="3794760"/>
            <a:ext cx="50749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37376" y="4114800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0F7A5A"/>
          </a:solidFill>
          <a:ln w="12700">
            <a:solidFill>
              <a:srgbClr val="0F7A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37376" y="4251960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!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086600" y="4114800"/>
            <a:ext cx="164592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成本控制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86600" y="4572000"/>
            <a:ext cx="370332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先做低成本原型，确认价值后再决定是否采购或开发。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/ Codex 内部分享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结尾：AI 能力会变成每个岗位的基础能力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08760"/>
            <a:ext cx="1033272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不会 AI 的人不会立刻被淘汰；但会用 AI 把复杂工作做快、做好、做成系统的人，会明显拉开差距。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920240" y="2971800"/>
            <a:ext cx="8321040" cy="1143000"/>
          </a:xfrm>
          <a:prstGeom prst="roundRect">
            <a:avLst>
              <a:gd name="adj" fmla="val 6400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40280" y="3346704"/>
            <a:ext cx="768096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453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今天之后，建议每个部门各选 1 个真实问题：我可以帮你们把它变成提示词、表格模板、页面原型或自动化流程。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2743200" y="4873752"/>
            <a:ext cx="109728" cy="109728"/>
          </a:xfrm>
          <a:prstGeom prst="ellipse">
            <a:avLst/>
          </a:prstGeom>
          <a:solidFill>
            <a:srgbClr val="0F7A5A"/>
          </a:solidFill>
          <a:ln w="12700">
            <a:solidFill>
              <a:srgbClr val="0F7A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53512" y="4800600"/>
            <a:ext cx="6556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先做小事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0" y="5330952"/>
            <a:ext cx="109728" cy="109728"/>
          </a:xfrm>
          <a:prstGeom prst="ellipse">
            <a:avLst/>
          </a:prstGeom>
          <a:solidFill>
            <a:srgbClr val="0F7A5A"/>
          </a:solidFill>
          <a:ln w="12700">
            <a:solidFill>
              <a:srgbClr val="0F7A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53512" y="5257800"/>
            <a:ext cx="6556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用真实数据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3200" y="5788152"/>
            <a:ext cx="109728" cy="109728"/>
          </a:xfrm>
          <a:prstGeom prst="ellipse">
            <a:avLst/>
          </a:prstGeom>
          <a:solidFill>
            <a:srgbClr val="0F7A5A"/>
          </a:solidFill>
          <a:ln w="12700">
            <a:solidFill>
              <a:srgbClr val="0F7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53512" y="5715000"/>
            <a:ext cx="6556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保留人工判断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743200" y="6245352"/>
            <a:ext cx="109728" cy="109728"/>
          </a:xfrm>
          <a:prstGeom prst="ellipse">
            <a:avLst/>
          </a:prstGeom>
          <a:solidFill>
            <a:srgbClr val="0F7A5A"/>
          </a:solidFill>
          <a:ln w="12700">
            <a:solidFill>
              <a:srgbClr val="0F7A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53512" y="6172200"/>
            <a:ext cx="6556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把可复用流程沉淀下来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广州栗子谷孵化器有限公司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不只是聊天工具</dc:title>
  <dc:subject>AI / Codex 内部分享</dc:subject>
  <dc:creator>广州栗子谷孵化器有限公司</dc:creator>
  <cp:lastModifiedBy>广州栗子谷孵化器有限公司</cp:lastModifiedBy>
  <cp:revision>1</cp:revision>
  <dcterms:created xsi:type="dcterms:W3CDTF">2026-05-25T11:10:38Z</dcterms:created>
  <dcterms:modified xsi:type="dcterms:W3CDTF">2026-05-25T11:10:38Z</dcterms:modified>
</cp:coreProperties>
</file>